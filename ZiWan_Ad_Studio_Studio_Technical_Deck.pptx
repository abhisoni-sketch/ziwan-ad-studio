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 Creator Studio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Enterprise-Grade Automated Video Ad Generation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Video diffusion models hallucinate easily without strict guardrails.</a:t>
            </a:r>
          </a:p>
          <a:p>
            <a:r>
              <a:t>- "Chimera Effect": Generating multiple devices when only one is intended.</a:t>
            </a:r>
          </a:p>
          <a:p>
            <a:r>
              <a:t>- 3D Physics vs 2D Objects: Orbiting a flat-panel TV causes it to "melt".</a:t>
            </a:r>
          </a:p>
          <a:p>
            <a:r>
              <a:t>- Audio/Visual Sync: Video models don't naturally align with exact spoken text timings.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Asynchronous Microservices via Google Cloud Pub/Sub</a:t>
            </a:r>
          </a:p>
          <a:p>
            <a:r>
              <a:t>- FastAPI Gateway for high concurrency ingestion</a:t>
            </a:r>
          </a:p>
          <a:p>
            <a:r>
              <a:t>- Multi-Agent System (Context, Scripting, Segmentation, Generation)</a:t>
            </a:r>
          </a:p>
          <a:p>
            <a:r>
              <a:t>- Storage: GCS Vaults for Ingestion and Final Production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Ingestion &amp; Vision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Model: Gemini 3.1 Pro Vision</a:t>
            </a:r>
          </a:p>
          <a:p>
            <a:r>
              <a:t>- Deduce 'physical_form_factor' (Flat Panel vs Volumetric 3D)</a:t>
            </a:r>
          </a:p>
          <a:p>
            <a:r>
              <a:t>- Strict Quality Control: Evaluates 'is_clean_product_shot' &amp; text_density</a:t>
            </a:r>
          </a:p>
          <a:p>
            <a:r>
              <a:t>- The Blacklist: Auto-rejects images containing multiple devices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&amp; 3: The Director (Segmentation)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Translates the 60s Voiceover into discrete 4-8 second video clips.</a:t>
            </a:r>
          </a:p>
          <a:p>
            <a:r>
              <a:t>- Evaluates the Hybrid Safety Net based on form-factor.</a:t>
            </a:r>
          </a:p>
          <a:p>
            <a:r>
              <a:t>- VOLUMETRIC_3D: Allows full cinematic physics (orbits, dynamic pans).</a:t>
            </a:r>
          </a:p>
          <a:p>
            <a:r>
              <a:t>- FLAT_PANEL_DISPLAY: Restricts to linear push-ins and static hero shots.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 &amp; 5: Generation &amp; Master Stitcher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Audio First: Gemini Flash TTS generates audio; FFprobe measures exact ms.</a:t>
            </a:r>
          </a:p>
          <a:p>
            <a:r>
              <a:t>- Video Gen: Veo 3.1 Fast/Omni creates clips based on that precise audio length.</a:t>
            </a:r>
          </a:p>
          <a:p>
            <a:r>
              <a:t>- Master Stitcher: Native FFmpeg engine renders custom typography &amp; overlays.</a:t>
            </a:r>
          </a:p>
          <a:p>
            <a:r>
              <a:t>- Avoids heavy cloud-rendering costs for simple text/BGM compositing.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 &amp;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The pipeline relies on pristine input data.</a:t>
            </a:r>
          </a:p>
          <a:p>
            <a:r>
              <a:t>- We provide a 'sample_dataset' benchmark.</a:t>
            </a:r>
          </a:p>
          <a:p>
            <a:r>
              <a:t>- Includes 15 diverse products, with 45 perfectly formatted images.</a:t>
            </a:r>
          </a:p>
          <a:p>
            <a:r>
              <a:t>- Establishes the 'North Star' for image selection (Front, Side, Back angles).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- 100% Dockerized and stateless architecture.</a:t>
            </a:r>
          </a:p>
          <a:p>
            <a:r>
              <a:t>- Deployable via a single 'gcloud run deploy' command.</a:t>
            </a:r>
          </a:p>
          <a:p>
            <a:r>
              <a:t>- Sanitized of all proprietary data for open-source distribution.</a:t>
            </a:r>
          </a:p>
          <a:p>
            <a:r>
              <a:t>- Complete documentation and technical dossier included.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